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1BC65-E39C-4CE0-BA46-264250C973C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8596-A904-49F5-929A-B924C9E4A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72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1BC65-E39C-4CE0-BA46-264250C973C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8596-A904-49F5-929A-B924C9E4A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8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1BC65-E39C-4CE0-BA46-264250C973C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8596-A904-49F5-929A-B924C9E4A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00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1BC65-E39C-4CE0-BA46-264250C973C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8596-A904-49F5-929A-B924C9E4A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05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1BC65-E39C-4CE0-BA46-264250C973C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8596-A904-49F5-929A-B924C9E4A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50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1BC65-E39C-4CE0-BA46-264250C973C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8596-A904-49F5-929A-B924C9E4A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7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1BC65-E39C-4CE0-BA46-264250C973C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8596-A904-49F5-929A-B924C9E4A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6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1BC65-E39C-4CE0-BA46-264250C973C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8596-A904-49F5-929A-B924C9E4A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3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1BC65-E39C-4CE0-BA46-264250C973C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8596-A904-49F5-929A-B924C9E4A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78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1BC65-E39C-4CE0-BA46-264250C973C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8596-A904-49F5-929A-B924C9E4A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73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1BC65-E39C-4CE0-BA46-264250C973C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C8596-A904-49F5-929A-B924C9E4A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76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1BC65-E39C-4CE0-BA46-264250C973CB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C8596-A904-49F5-929A-B924C9E4A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79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99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an Embedded System?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b="1" dirty="0" smtClean="0"/>
              <a:t>embedded system</a:t>
            </a:r>
            <a:r>
              <a:rPr lang="en-US" dirty="0" smtClean="0"/>
              <a:t> is a computer system built to perform a specific, dedicated function, embedded </a:t>
            </a:r>
            <a:r>
              <a:rPr lang="en-US" i="1" dirty="0" smtClean="0"/>
              <a:t>within</a:t>
            </a:r>
            <a:r>
              <a:rPr lang="en-US" dirty="0" smtClean="0"/>
              <a:t> a larger mechanical or electrical device — as opposed to a general-purpose computer, which is designed to run arbitrary software chosen by the user.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616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24203" y="2793941"/>
            <a:ext cx="1033338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digital wristwatch, a washing machine controller, a TV remote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Moderate: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automotive ECU (engine control unit) managing fuel injection timing, a home thermostat, a fitness tracker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industrial PLC (Programmable Logic Controller) running a factory assembly line, an aircraft flight control computer, a modern car's infotainment + ADAS system (which may contain </a:t>
            </a:r>
            <a:r>
              <a:rPr kumimoji="0" 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dozens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embedded processors communicating with each other) </a:t>
            </a:r>
          </a:p>
        </p:txBody>
      </p:sp>
    </p:spTree>
    <p:extLst>
      <p:ext uri="{BB962C8B-B14F-4D97-AF65-F5344CB8AC3E}">
        <p14:creationId xmlns:p14="http://schemas.microsoft.com/office/powerpoint/2010/main" val="3139724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What Is an Embedded System?</vt:lpstr>
      <vt:lpstr>Examples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2026-07-16T09:38:26Z</dcterms:created>
  <dcterms:modified xsi:type="dcterms:W3CDTF">2026-07-16T09:38:52Z</dcterms:modified>
</cp:coreProperties>
</file>